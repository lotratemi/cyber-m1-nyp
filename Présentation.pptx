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62" r:id="rId3"/>
    <p:sldId id="263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866375-1FF1-47E5-9596-1DD9CD3B0536}" v="10" dt="2026-09-16T09:46:22.43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946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DOBOSZ" userId="37ceffaa14ecc9cc" providerId="LiveId" clId="{D67797C5-D537-4349-BD20-1D1908A68E4C}"/>
    <pc:docChg chg="undo custSel modSld">
      <pc:chgData name="nicolas DOBOSZ" userId="37ceffaa14ecc9cc" providerId="LiveId" clId="{D67797C5-D537-4349-BD20-1D1908A68E4C}" dt="2026-09-16T09:49:18.665" v="480" actId="1076"/>
      <pc:docMkLst>
        <pc:docMk/>
      </pc:docMkLst>
      <pc:sldChg chg="addSp delSp modSp mod">
        <pc:chgData name="nicolas DOBOSZ" userId="37ceffaa14ecc9cc" providerId="LiveId" clId="{D67797C5-D537-4349-BD20-1D1908A68E4C}" dt="2026-09-16T09:32:23.768" v="166" actId="20577"/>
        <pc:sldMkLst>
          <pc:docMk/>
          <pc:sldMk cId="0" sldId="262"/>
        </pc:sldMkLst>
        <pc:spChg chg="add mod">
          <ac:chgData name="nicolas DOBOSZ" userId="37ceffaa14ecc9cc" providerId="LiveId" clId="{D67797C5-D537-4349-BD20-1D1908A68E4C}" dt="2026-09-16T09:32:23.768" v="166" actId="20577"/>
          <ac:spMkLst>
            <pc:docMk/>
            <pc:sldMk cId="0" sldId="262"/>
            <ac:spMk id="3" creationId="{C47DB3AB-90C1-5A9C-1C54-B026BB335FD0}"/>
          </ac:spMkLst>
        </pc:spChg>
        <pc:picChg chg="add mod">
          <ac:chgData name="nicolas DOBOSZ" userId="37ceffaa14ecc9cc" providerId="LiveId" clId="{D67797C5-D537-4349-BD20-1D1908A68E4C}" dt="2026-09-16T09:32:05.361" v="140" actId="1076"/>
          <ac:picMkLst>
            <pc:docMk/>
            <pc:sldMk cId="0" sldId="262"/>
            <ac:picMk id="5" creationId="{2C117C68-EDC3-0D03-2484-CA9C356616CD}"/>
          </ac:picMkLst>
        </pc:picChg>
        <pc:picChg chg="add del mod">
          <ac:chgData name="nicolas DOBOSZ" userId="37ceffaa14ecc9cc" providerId="LiveId" clId="{D67797C5-D537-4349-BD20-1D1908A68E4C}" dt="2026-09-16T09:31:23.104" v="133" actId="478"/>
          <ac:picMkLst>
            <pc:docMk/>
            <pc:sldMk cId="0" sldId="262"/>
            <ac:picMk id="7" creationId="{33D514E2-D3CE-C049-70F0-42DD1E0D8425}"/>
          </ac:picMkLst>
        </pc:picChg>
      </pc:sldChg>
      <pc:sldChg chg="addSp modSp mod">
        <pc:chgData name="nicolas DOBOSZ" userId="37ceffaa14ecc9cc" providerId="LiveId" clId="{D67797C5-D537-4349-BD20-1D1908A68E4C}" dt="2026-09-16T09:38:28.096" v="281" actId="1036"/>
        <pc:sldMkLst>
          <pc:docMk/>
          <pc:sldMk cId="0" sldId="263"/>
        </pc:sldMkLst>
        <pc:spChg chg="add mod">
          <ac:chgData name="nicolas DOBOSZ" userId="37ceffaa14ecc9cc" providerId="LiveId" clId="{D67797C5-D537-4349-BD20-1D1908A68E4C}" dt="2026-09-16T09:36:20.134" v="267" actId="1076"/>
          <ac:spMkLst>
            <pc:docMk/>
            <pc:sldMk cId="0" sldId="263"/>
            <ac:spMk id="4" creationId="{4B947971-9599-7E1A-D9AE-B445DD42B650}"/>
          </ac:spMkLst>
        </pc:spChg>
        <pc:picChg chg="add mod">
          <ac:chgData name="nicolas DOBOSZ" userId="37ceffaa14ecc9cc" providerId="LiveId" clId="{D67797C5-D537-4349-BD20-1D1908A68E4C}" dt="2026-09-16T09:38:28.096" v="281" actId="1036"/>
          <ac:picMkLst>
            <pc:docMk/>
            <pc:sldMk cId="0" sldId="263"/>
            <ac:picMk id="6" creationId="{E6F0171A-F4B0-AAA0-B4F8-7EA0F346E656}"/>
          </ac:picMkLst>
        </pc:picChg>
        <pc:picChg chg="add mod">
          <ac:chgData name="nicolas DOBOSZ" userId="37ceffaa14ecc9cc" providerId="LiveId" clId="{D67797C5-D537-4349-BD20-1D1908A68E4C}" dt="2026-09-16T09:38:28.096" v="281" actId="1036"/>
          <ac:picMkLst>
            <pc:docMk/>
            <pc:sldMk cId="0" sldId="263"/>
            <ac:picMk id="8" creationId="{F5C7EEEB-1A52-C9CC-5018-CEFF4A930347}"/>
          </ac:picMkLst>
        </pc:picChg>
      </pc:sldChg>
      <pc:sldChg chg="addSp delSp modSp mod">
        <pc:chgData name="nicolas DOBOSZ" userId="37ceffaa14ecc9cc" providerId="LiveId" clId="{D67797C5-D537-4349-BD20-1D1908A68E4C}" dt="2026-09-16T09:44:29.239" v="365" actId="1076"/>
        <pc:sldMkLst>
          <pc:docMk/>
          <pc:sldMk cId="695592962" sldId="272"/>
        </pc:sldMkLst>
        <pc:spChg chg="add mod">
          <ac:chgData name="nicolas DOBOSZ" userId="37ceffaa14ecc9cc" providerId="LiveId" clId="{D67797C5-D537-4349-BD20-1D1908A68E4C}" dt="2026-09-16T09:44:29.239" v="365" actId="1076"/>
          <ac:spMkLst>
            <pc:docMk/>
            <pc:sldMk cId="695592962" sldId="272"/>
            <ac:spMk id="4" creationId="{DDE24751-2D3A-D185-67F7-432EAEABF855}"/>
          </ac:spMkLst>
        </pc:spChg>
        <pc:picChg chg="add del mod">
          <ac:chgData name="nicolas DOBOSZ" userId="37ceffaa14ecc9cc" providerId="LiveId" clId="{D67797C5-D537-4349-BD20-1D1908A68E4C}" dt="2026-09-16T09:44:19.184" v="362" actId="478"/>
          <ac:picMkLst>
            <pc:docMk/>
            <pc:sldMk cId="695592962" sldId="272"/>
            <ac:picMk id="6" creationId="{98BA5CF3-058B-D992-652B-21B24A61AF09}"/>
          </ac:picMkLst>
        </pc:picChg>
      </pc:sldChg>
      <pc:sldChg chg="addSp modSp mod modClrScheme chgLayout">
        <pc:chgData name="nicolas DOBOSZ" userId="37ceffaa14ecc9cc" providerId="LiveId" clId="{D67797C5-D537-4349-BD20-1D1908A68E4C}" dt="2026-09-16T09:49:18.665" v="480" actId="1076"/>
        <pc:sldMkLst>
          <pc:docMk/>
          <pc:sldMk cId="736493279" sldId="273"/>
        </pc:sldMkLst>
        <pc:spChg chg="mod">
          <ac:chgData name="nicolas DOBOSZ" userId="37ceffaa14ecc9cc" providerId="LiveId" clId="{D67797C5-D537-4349-BD20-1D1908A68E4C}" dt="2026-09-16T09:48:15.777" v="470" actId="26606"/>
          <ac:spMkLst>
            <pc:docMk/>
            <pc:sldMk cId="736493279" sldId="273"/>
            <ac:spMk id="2" creationId="{B7E854FB-B2A7-849C-FC0B-41B372625C6A}"/>
          </ac:spMkLst>
        </pc:spChg>
        <pc:spChg chg="add mod">
          <ac:chgData name="nicolas DOBOSZ" userId="37ceffaa14ecc9cc" providerId="LiveId" clId="{D67797C5-D537-4349-BD20-1D1908A68E4C}" dt="2026-09-16T09:48:15.777" v="470" actId="26606"/>
          <ac:spMkLst>
            <pc:docMk/>
            <pc:sldMk cId="736493279" sldId="273"/>
            <ac:spMk id="4" creationId="{EDB592C5-9B42-9266-28B8-EF94305FDC0C}"/>
          </ac:spMkLst>
        </pc:spChg>
        <pc:picChg chg="add mod modCrop">
          <ac:chgData name="nicolas DOBOSZ" userId="37ceffaa14ecc9cc" providerId="LiveId" clId="{D67797C5-D537-4349-BD20-1D1908A68E4C}" dt="2026-09-16T09:49:18.665" v="480" actId="1076"/>
          <ac:picMkLst>
            <pc:docMk/>
            <pc:sldMk cId="736493279" sldId="273"/>
            <ac:picMk id="6" creationId="{22C2495C-12E0-F0F7-25D2-4B94C70EDCE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EF69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Partie</a:t>
            </a:r>
            <a:r>
              <a:rPr spc="-45" dirty="0"/>
              <a:t> </a:t>
            </a:r>
            <a:fld id="{81D60167-4931-47E6-BA6A-407CBD079E47}" type="slidenum">
              <a:rPr spc="-50" dirty="0"/>
              <a:t>‹N°›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EF69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Partie</a:t>
            </a:r>
            <a:r>
              <a:rPr spc="-45" dirty="0"/>
              <a:t> </a:t>
            </a:r>
            <a:fld id="{81D60167-4931-47E6-BA6A-407CBD079E47}" type="slidenum">
              <a:rPr spc="-50" dirty="0"/>
              <a:t>‹N°›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EF69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Partie</a:t>
            </a:r>
            <a:r>
              <a:rPr spc="-45" dirty="0"/>
              <a:t> </a:t>
            </a:r>
            <a:fld id="{81D60167-4931-47E6-BA6A-407CBD079E47}" type="slidenum">
              <a:rPr spc="-50" dirty="0"/>
              <a:t>‹N°›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EF69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Partie</a:t>
            </a:r>
            <a:r>
              <a:rPr spc="-45" dirty="0"/>
              <a:t> </a:t>
            </a:r>
            <a:fld id="{81D60167-4931-47E6-BA6A-407CBD079E47}" type="slidenum">
              <a:rPr spc="-50" dirty="0"/>
              <a:t>‹N°›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Partie</a:t>
            </a:r>
            <a:r>
              <a:rPr spc="-45" dirty="0"/>
              <a:t> </a:t>
            </a:r>
            <a:fld id="{81D60167-4931-47E6-BA6A-407CBD079E47}" type="slidenum">
              <a:rPr spc="-50" dirty="0"/>
              <a:t>‹N°›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6350" y="287273"/>
            <a:ext cx="7746365" cy="7322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EF69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94538" y="1484858"/>
            <a:ext cx="9029700" cy="29787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808969" y="6434829"/>
            <a:ext cx="519429" cy="1670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Partie</a:t>
            </a:r>
            <a:r>
              <a:rPr spc="-45" dirty="0"/>
              <a:t> </a:t>
            </a:r>
            <a:fld id="{81D60167-4931-47E6-BA6A-407CBD079E47}" type="slidenum">
              <a:rPr spc="-50" dirty="0"/>
              <a:t>‹N°›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53334E86-DF19-64C6-A5A1-FCCAFC0F0BEA}"/>
              </a:ext>
            </a:extLst>
          </p:cNvPr>
          <p:cNvSpPr txBox="1"/>
          <p:nvPr/>
        </p:nvSpPr>
        <p:spPr>
          <a:xfrm>
            <a:off x="172479" y="2967335"/>
            <a:ext cx="59554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400" dirty="0">
                <a:latin typeface="Arial" panose="020B0604020202020204" pitchFamily="34" charset="0"/>
                <a:cs typeface="Arial" panose="020B0604020202020204" pitchFamily="34" charset="0"/>
              </a:rPr>
              <a:t>Cyber Sécurité</a:t>
            </a:r>
            <a:r>
              <a:rPr lang="fr-FR" sz="5400" dirty="0"/>
              <a:t> M1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91B9F6D-674A-8F3F-F7E3-9B9DA90096CD}"/>
              </a:ext>
            </a:extLst>
          </p:cNvPr>
          <p:cNvSpPr txBox="1"/>
          <p:nvPr/>
        </p:nvSpPr>
        <p:spPr>
          <a:xfrm>
            <a:off x="172479" y="4038600"/>
            <a:ext cx="33778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Philippe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DE OLIVEIRA COSTA</a:t>
            </a:r>
          </a:p>
          <a:p>
            <a:r>
              <a:rPr lang="fr-FR" dirty="0"/>
              <a:t>Nicolas DOBOSZ</a:t>
            </a:r>
          </a:p>
          <a:p>
            <a:r>
              <a:rPr lang="fr-FR" dirty="0"/>
              <a:t>Yoann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222817" y="304800"/>
            <a:ext cx="7746365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2800" spc="-155" dirty="0"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sz="2800" spc="-5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spc="-25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sz="2800" spc="-4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sz="2800" spc="-3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Mise</a:t>
            </a:r>
            <a:r>
              <a:rPr sz="280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28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place</a:t>
            </a:r>
            <a:r>
              <a:rPr sz="28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d’un</a:t>
            </a:r>
            <a:r>
              <a:rPr sz="28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environnement</a:t>
            </a:r>
            <a:r>
              <a:rPr sz="28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spc="-10" dirty="0">
                <a:latin typeface="Arial" panose="020B0604020202020204" pitchFamily="34" charset="0"/>
                <a:cs typeface="Arial" panose="020B0604020202020204" pitchFamily="34" charset="0"/>
              </a:rPr>
              <a:t>sécurisé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47DB3AB-90C1-5A9C-1C54-B026BB335FD0}"/>
              </a:ext>
            </a:extLst>
          </p:cNvPr>
          <p:cNvSpPr txBox="1"/>
          <p:nvPr/>
        </p:nvSpPr>
        <p:spPr>
          <a:xfrm>
            <a:off x="990600" y="2413337"/>
            <a:ext cx="4953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Création d’une machine virtuelle (VM Ware)</a:t>
            </a: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Isolation du réseau de la VM</a:t>
            </a: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Vérification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117C68-EDC3-0D03-2484-CA9C35661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5475" y="1371600"/>
            <a:ext cx="4745925" cy="47817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2800" spc="-155" dirty="0"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sz="2800" spc="-5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spc="-25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sz="2800" spc="-4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spc="-4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sz="2800" spc="-3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Vérification</a:t>
            </a:r>
            <a:r>
              <a:rPr sz="28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8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la</a:t>
            </a:r>
            <a:r>
              <a:rPr sz="28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spc="-10" dirty="0">
                <a:latin typeface="Arial" panose="020B0604020202020204" pitchFamily="34" charset="0"/>
                <a:cs typeface="Arial" panose="020B0604020202020204" pitchFamily="34" charset="0"/>
              </a:rPr>
              <a:t>reconnaissance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B947971-9599-7E1A-D9AE-B445DD42B650}"/>
              </a:ext>
            </a:extLst>
          </p:cNvPr>
          <p:cNvSpPr txBox="1"/>
          <p:nvPr/>
        </p:nvSpPr>
        <p:spPr>
          <a:xfrm>
            <a:off x="914400" y="2690336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Récupération du SHA256</a:t>
            </a: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Comparer et rechercher sur plusieurs sites d’analyse de virus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6F0171A-F4B0-AAA0-B4F8-7EA0F346E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29792"/>
            <a:ext cx="5181600" cy="263003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5C7EEEB-1A52-C9CC-5018-CEFF4A930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981790"/>
            <a:ext cx="5181600" cy="27238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90FA-A6DB-B0ED-E70A-DA9D9361C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60E4B12-C813-BC1D-561A-CF7D8CE5F7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US3 : Analyse statique 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E24751-2D3A-D185-67F7-432EAEABF855}"/>
              </a:ext>
            </a:extLst>
          </p:cNvPr>
          <p:cNvSpPr txBox="1"/>
          <p:nvPr/>
        </p:nvSpPr>
        <p:spPr>
          <a:xfrm>
            <a:off x="2495550" y="2274838"/>
            <a:ext cx="72009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Utilise Qt5Core.dll (</a:t>
            </a:r>
            <a:r>
              <a:rPr lang="fr-FR" dirty="0" err="1">
                <a:solidFill>
                  <a:schemeClr val="bg1"/>
                </a:solidFill>
              </a:rPr>
              <a:t>QSettings</a:t>
            </a:r>
            <a:r>
              <a:rPr lang="fr-FR" dirty="0">
                <a:solidFill>
                  <a:schemeClr val="bg1"/>
                </a:solidFill>
              </a:rPr>
              <a:t>) pour la persistance et NSt6thread pour tourner en tâche de fond.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Sections PE standard (.</a:t>
            </a:r>
            <a:r>
              <a:rPr lang="fr-FR" dirty="0" err="1">
                <a:solidFill>
                  <a:schemeClr val="bg1"/>
                </a:solidFill>
              </a:rPr>
              <a:t>text</a:t>
            </a:r>
            <a:r>
              <a:rPr lang="fr-FR" dirty="0">
                <a:solidFill>
                  <a:schemeClr val="bg1"/>
                </a:solidFill>
              </a:rPr>
              <a:t>, .data) et détection de touches clavier ([Ent, [DEL, [Ech).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chemeClr val="bg1"/>
                </a:solidFill>
              </a:rPr>
              <a:t>Indicateur de compromission : Binaire Res.exe, clés </a:t>
            </a:r>
            <a:r>
              <a:rPr lang="fr-FR" dirty="0" err="1">
                <a:solidFill>
                  <a:schemeClr val="bg1"/>
                </a:solidFill>
              </a:rPr>
              <a:t>QSettings</a:t>
            </a:r>
            <a:r>
              <a:rPr lang="fr-FR" dirty="0">
                <a:solidFill>
                  <a:schemeClr val="bg1"/>
                </a:solidFill>
              </a:rPr>
              <a:t> et captures de frappes</a:t>
            </a:r>
          </a:p>
        </p:txBody>
      </p:sp>
    </p:spTree>
    <p:extLst>
      <p:ext uri="{BB962C8B-B14F-4D97-AF65-F5344CB8AC3E}">
        <p14:creationId xmlns:p14="http://schemas.microsoft.com/office/powerpoint/2010/main" val="695592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3EDF-F461-E9AE-F530-87DFE18EA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7E854FB-B2A7-849C-FC0B-41B372625C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/>
              <a:t>US4 : Analyse dynamique</a:t>
            </a:r>
            <a:endParaRPr lang="fr-FR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DB592C5-9B42-9266-28B8-EF94305FDC0C}"/>
              </a:ext>
            </a:extLst>
          </p:cNvPr>
          <p:cNvSpPr txBox="1"/>
          <p:nvPr/>
        </p:nvSpPr>
        <p:spPr>
          <a:xfrm>
            <a:off x="609600" y="2057400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>
                <a:solidFill>
                  <a:schemeClr val="bg1"/>
                </a:solidFill>
              </a:rPr>
              <a:t>Utilisation de Process Monitor. </a:t>
            </a:r>
            <a:br>
              <a:rPr lang="fr-FR">
                <a:solidFill>
                  <a:schemeClr val="bg1"/>
                </a:solidFill>
              </a:rPr>
            </a:br>
            <a:r>
              <a:rPr lang="fr-FR">
                <a:solidFill>
                  <a:schemeClr val="bg1"/>
                </a:solidFill>
              </a:rPr>
              <a:t>Montre une tentative d'altération ou d'inspection de la configuration du système hôte.</a:t>
            </a:r>
          </a:p>
          <a:p>
            <a:endParaRPr lang="fr-FR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>
                <a:solidFill>
                  <a:schemeClr val="bg1"/>
                </a:solidFill>
              </a:rPr>
              <a:t>Activités réseau identifiées : La capture de trafic effectuée en parallèle sur Wireshark n'a révélé aucun flux sortant.</a:t>
            </a:r>
          </a:p>
          <a:p>
            <a:endParaRPr lang="fr-FR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>
                <a:solidFill>
                  <a:schemeClr val="bg1"/>
                </a:solidFill>
              </a:rPr>
              <a:t>Création de fichiers / processus détectée : Chargement de plusieurs bibliothèques système 32-bits situées dans C:\Windows\SysWOW64. Plusieurs fichiers ont été créés.</a:t>
            </a: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2C2495C-12E0-F0F7-25D2-4B94C70EDC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156"/>
          <a:stretch>
            <a:fillRect/>
          </a:stretch>
        </p:blipFill>
        <p:spPr>
          <a:xfrm>
            <a:off x="6903422" y="1814635"/>
            <a:ext cx="4678978" cy="390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493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382DF-5D31-29CC-5654-E742732BE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7D89473F-2E7A-E4D7-EC6C-D7944CE2C4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US5 : Evaluation des risques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04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547A3-B628-DEE8-E7F9-61CDA3A4C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3E1509B2-A906-124C-D2BC-E2E85E7632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US6 : Acquisition mémoire vive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68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DD1E3-AFFC-6031-E6AB-73D1D2D1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C95D27E-CEAE-A7A8-965A-726AB73F05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US7 : Acquisition disque dur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5938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C2DD6-4AD1-9222-FF08-751F5A61F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53BDB179-00BD-CE32-97D1-BC19162E81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US8 : Analyse croisée RAM / Disque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50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A3BEA-0707-6C06-497A-CCD569E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EC8A96B-3429-0E9F-4E34-39D71B84C8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46387" y="304800"/>
            <a:ext cx="6499225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US9 : Identification de la clé USB utilisée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4176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F8E17-B4FA-2501-80F9-A4E8F0ED3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378C826C-96EB-1B46-5A84-9EF77A0D9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5775" y="304800"/>
            <a:ext cx="6140450" cy="572592"/>
          </a:xfrm>
          <a:prstGeom prst="rect">
            <a:avLst/>
          </a:prstGeom>
        </p:spPr>
        <p:txBody>
          <a:bodyPr vert="horz" wrap="square" lIns="0" tIns="14033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fr-FR" sz="2800" dirty="0"/>
              <a:t>US10 : Chronologie de la fuite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958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219</Words>
  <Application>Microsoft Office PowerPoint</Application>
  <PresentationFormat>Grand écran</PresentationFormat>
  <Paragraphs>35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Arial MT</vt:lpstr>
      <vt:lpstr>Office Theme</vt:lpstr>
      <vt:lpstr>Présentation PowerPoint</vt:lpstr>
      <vt:lpstr>US 1 : Mise en place d’un environnement sécurisé</vt:lpstr>
      <vt:lpstr>US 2  : Vérification de la reconnaissance</vt:lpstr>
      <vt:lpstr>US3 : Analyse statique </vt:lpstr>
      <vt:lpstr>US4 : Analyse dynamique</vt:lpstr>
      <vt:lpstr>US5 : Evaluation des risques</vt:lpstr>
      <vt:lpstr>US6 : Acquisition mémoire vive</vt:lpstr>
      <vt:lpstr>US7 : Acquisition disque dur</vt:lpstr>
      <vt:lpstr>US8 : Analyse croisée RAM / Disque</vt:lpstr>
      <vt:lpstr>US9 : Identification de la clé USB utilisée</vt:lpstr>
      <vt:lpstr>US10 : Chronologie de la fuite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Pierre-Henri FRICOT</dc:creator>
  <cp:lastModifiedBy>nicolas DOBOSZ</cp:lastModifiedBy>
  <cp:revision>16</cp:revision>
  <dcterms:created xsi:type="dcterms:W3CDTF">2026-09-16T08:45:27Z</dcterms:created>
  <dcterms:modified xsi:type="dcterms:W3CDTF">2026-09-16T09:49:18Z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Microsoft® PowerPoint® pour Microsoft 365</vt:lpwstr>
  </property>
  <property fmtid="{D5CDD505-2E9C-101B-9397-08002B2CF9AE}" pid="5" name="LastSaved">
    <vt:filetime>2026-09-16T00:00:00Z</vt:filetime>
  </property>
  <property fmtid="{D5CDD505-2E9C-101B-9397-08002B2CF9AE}" pid="6" name="Producer">
    <vt:lpwstr>Microsoft® PowerPoint® pour Microsoft 365</vt:lpwstr>
  </property>
</Properties>
</file>